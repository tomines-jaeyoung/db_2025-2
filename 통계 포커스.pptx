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298" r:id="rId5"/>
    <p:sldId id="300" r:id="rId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8A66B-0E4E-43CF-AC25-E1F5C9480790}" type="datetime1">
              <a:rPr lang="ko-KR" altLang="en-US" smtClean="0">
                <a:latin typeface="+mj-lt"/>
              </a:rPr>
              <a:t>2025-11-03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87B52-5972-46E8-9E70-25E60BD3C3B3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34264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46F79D57-BC44-4965-82C0-A50C4CBDD07F}" type="datetime1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F7475197-EF76-48B8-96B8-921BFA77342C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220481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7475197-EF76-48B8-96B8-921BFA77342C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3632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7475197-EF76-48B8-96B8-921BFA77342C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0572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718938-5127-48A7-ADEF-D7331CE3B950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F691F6-DFD4-495C-9464-E0A8BC8F3435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EA9843-C397-4C77-A926-B3EB33000078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3D6FF6-8A55-4513-9B8C-EA23816299A7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4A61B5-C08F-4E21-84BD-F0A1B2E2EA9D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11" name="바닥글 개체 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1038AB-1806-46B7-BA1C-7F2E76DF4C3D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3915F4-39BC-4131-9666-D2A49555ABB7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A83BF251-AEA9-41C4-BB30-20BBEEEF1165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8B8B15FF-F4B9-402C-900A-C1405E9D73C3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58107BD-446F-4DE6-868D-15D2DA23EB43}" type="datetime1">
              <a:rPr lang="ko-KR" altLang="en-US" noProof="0" smtClean="0"/>
              <a:t>2025-11-03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A98EE3D-8CD1-4C3F-BD1C-C98C9596463C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384048" indent="-182880" algn="l" defTabSz="914400" rtl="0" eaLnBrk="1" latinLnBrk="1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566928" indent="-182880" algn="l" defTabSz="914400" rtl="0" eaLnBrk="1" latinLnBrk="1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749808" indent="-182880" algn="l" defTabSz="914400" rtl="0" eaLnBrk="1" latinLnBrk="1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932688" indent="-182880" algn="l" defTabSz="914400" rtl="0" eaLnBrk="1" latinLnBrk="1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pic>
        <p:nvPicPr>
          <p:cNvPr id="4" name="그림 3" descr="연필이 위에 놓여진 종이 한 장의 클로즈업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rtlCol="0" anchor="b">
            <a:normAutofit fontScale="90000"/>
          </a:bodyPr>
          <a:lstStyle/>
          <a:p>
            <a:br>
              <a:rPr lang="en-US" altLang="ko-KR" sz="4400" dirty="0">
                <a:solidFill>
                  <a:schemeClr val="tx1"/>
                </a:solidFill>
                <a:latin typeface="+mj-ea"/>
              </a:rPr>
            </a:br>
            <a:r>
              <a:rPr lang="ko-KR" altLang="en-US" sz="4400" dirty="0">
                <a:solidFill>
                  <a:schemeClr val="tx1"/>
                </a:solidFill>
                <a:latin typeface="+mj-ea"/>
              </a:rPr>
              <a:t>요구분석</a:t>
            </a:r>
            <a:br>
              <a:rPr lang="en-US" altLang="ko-KR" sz="4400" dirty="0">
                <a:solidFill>
                  <a:schemeClr val="tx1"/>
                </a:solidFill>
                <a:latin typeface="+mj-ea"/>
              </a:rPr>
            </a:br>
            <a:r>
              <a:rPr lang="ko-KR" altLang="en-US" sz="4400" dirty="0">
                <a:solidFill>
                  <a:schemeClr val="tx1"/>
                </a:solidFill>
                <a:latin typeface="+mj-ea"/>
              </a:rPr>
              <a:t>명세서</a:t>
            </a:r>
            <a:br>
              <a:rPr lang="en-US" altLang="ko-KR" sz="4400" dirty="0">
                <a:solidFill>
                  <a:schemeClr val="tx1"/>
                </a:solidFill>
                <a:latin typeface="+mj-ea"/>
              </a:rPr>
            </a:br>
            <a:br>
              <a:rPr lang="en-US" altLang="ko-KR" sz="4400" dirty="0">
                <a:solidFill>
                  <a:schemeClr val="tx1"/>
                </a:solidFill>
                <a:latin typeface="+mj-ea"/>
              </a:rPr>
            </a:br>
            <a:endParaRPr lang="en-US" altLang="ko-KR" sz="44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rtlCol="0" anchor="t">
            <a:normAutofit/>
          </a:bodyPr>
          <a:lstStyle/>
          <a:p>
            <a:pPr rtl="0">
              <a:lnSpc>
                <a:spcPct val="100000"/>
              </a:lnSpc>
            </a:pPr>
            <a:r>
              <a:rPr lang="en-US" altLang="ko-KR" sz="1600" dirty="0">
                <a:latin typeface="+mj-ea"/>
                <a:ea typeface="+mj-ea"/>
              </a:rPr>
              <a:t>2501110200 </a:t>
            </a:r>
            <a:r>
              <a:rPr lang="ko-KR" altLang="en-US" sz="1600" dirty="0">
                <a:latin typeface="+mj-ea"/>
                <a:ea typeface="+mj-ea"/>
              </a:rPr>
              <a:t>김재영</a:t>
            </a:r>
            <a:endParaRPr lang="en-US" altLang="ko-KR" sz="1600" dirty="0">
              <a:latin typeface="+mj-ea"/>
              <a:ea typeface="+mj-ea"/>
            </a:endParaRPr>
          </a:p>
        </p:txBody>
      </p:sp>
      <p:cxnSp>
        <p:nvCxnSpPr>
          <p:cNvPr id="37" name="직선 연결선(S)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0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ko-KR" altLang="en-US" dirty="0">
                <a:latin typeface="+mj-ea"/>
              </a:rPr>
              <a:t>개요</a:t>
            </a:r>
            <a:endParaRPr lang="en-US" altLang="ko-KR" dirty="0">
              <a:latin typeface="+mj-ea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1910336"/>
              </p:ext>
            </p:extLst>
          </p:nvPr>
        </p:nvGraphicFramePr>
        <p:xfrm>
          <a:off x="1161618" y="1450757"/>
          <a:ext cx="10058400" cy="4988008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cap="all" spc="150" noProof="0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2400" b="0" cap="all" spc="150" noProof="0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분기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cap="all" spc="150" noProof="0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2400" b="0" cap="all" spc="150" noProof="0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분기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cap="all" spc="150" noProof="0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2400" b="0" cap="all" spc="150" noProof="0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분기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cap="all" spc="150" noProof="0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2400" b="0" cap="all" spc="150" noProof="0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분기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트럭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용달 회원으로 가입하려면 트럭회원인지 사용자 회원인지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선택해야되고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회원아이디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나이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트럭의 용량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전화번호를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입력해야한다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회원은 상품번호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상품명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재고량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무게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원하는 배송일시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배송목적지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배송출발지를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입력해야한다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사이트는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회원이 트럭 회원의 트럭을 선택하고 상품을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맡기면 상품번호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상품명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재고량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무게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원하는 배송일시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배송목적지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배송출발지를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유지해야한다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사이트는 트럭회원은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회원아이디로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식별한다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가입한 트럭회원에게는 후기창과 등급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트럭용량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온도가 부여되고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사용자회원에게는 온도만 부여된다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상품은 상품번호로 식별한다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사이트는 트럭회원에 대한 이름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(OR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업체명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위치정보를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유지해야한다</a:t>
                      </a:r>
                      <a:endParaRPr lang="ko-KR" altLang="en-US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사용자회원 혹은 트럭회원은 게시글 여러 개를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작성할수있다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228359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회원은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회원아이디로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식별한다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회원은 여러 상품을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올릴수있고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트럭회원도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여러상품을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채택할수있다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사이트는 트럭회원이 상품을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맡으면 상품번호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상품명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재고량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무게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원하는 배송일시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배송목적지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배송출발지를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유지해야한다</a:t>
                      </a:r>
                      <a:endParaRPr lang="ko-KR" altLang="en-US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사이트는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게시글에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글번호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글제목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글내용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작성일자정보를 </a:t>
                      </a:r>
                      <a:r>
                        <a:rPr lang="ko-KR" altLang="en-US" sz="1400" cap="none" spc="0" noProof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유지해야한다</a:t>
                      </a:r>
                      <a:endParaRPr lang="en-US" altLang="ko-KR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rtl="0"/>
                      <a:endParaRPr lang="en-US" altLang="ko-KR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rtl="0"/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</a:t>
                      </a:r>
                      <a:r>
                        <a:rPr lang="ko-KR" altLang="en-US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게시글은 글번호로 식별한다</a:t>
                      </a:r>
                      <a:r>
                        <a:rPr lang="en-US" altLang="ko-KR" sz="1400" cap="none" spc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400" cap="none" spc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144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479_TF22712842_Win32.potx" id="{CC07D039-0641-4FD4-BFFD-30D69403F82F}" vid="{1D9AF884-F744-476B-9EF7-B7D6984CBAC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32d4f7-3ff6-42a6-9c84-a78a808c16d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5EFDECECAE815428E4874546E1D19C3" ma:contentTypeVersion="5" ma:contentTypeDescription="새 문서를 만듭니다." ma:contentTypeScope="" ma:versionID="9b48ffa01549da5551726b80a9ae0180">
  <xsd:schema xmlns:xsd="http://www.w3.org/2001/XMLSchema" xmlns:xs="http://www.w3.org/2001/XMLSchema" xmlns:p="http://schemas.microsoft.com/office/2006/metadata/properties" xmlns:ns3="0132d4f7-3ff6-42a6-9c84-a78a808c16d0" targetNamespace="http://schemas.microsoft.com/office/2006/metadata/properties" ma:root="true" ma:fieldsID="aee126ac247d22ddc3e5c811c51e7415" ns3:_="">
    <xsd:import namespace="0132d4f7-3ff6-42a6-9c84-a78a808c16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32d4f7-3ff6-42a6-9c84-a78a808c16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purl.org/dc/elements/1.1/"/>
    <ds:schemaRef ds:uri="0132d4f7-3ff6-42a6-9c84-a78a808c16d0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1249CF-F30D-4BEB-B050-5FD095ADD0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32d4f7-3ff6-42a6-9c84-a78a808c16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{61CB75F7-D46B-4B75-9452-A692CCE6D3F9}TFb63a7776-4452-49b2-8055-21efce632b72c38d81b0_win32-ef4e66fdcdc8</Template>
  <TotalTime>19</TotalTime>
  <Words>202</Words>
  <Application>Microsoft Office PowerPoint</Application>
  <PresentationFormat>와이드스크린</PresentationFormat>
  <Paragraphs>23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Calibri</vt:lpstr>
      <vt:lpstr>Franklin Gothic Book</vt:lpstr>
      <vt:lpstr>1_RetrospectVTI</vt:lpstr>
      <vt:lpstr> 요구분석 명세서  </vt:lpstr>
      <vt:lpstr>개요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김재영</dc:creator>
  <cp:lastModifiedBy>김재영</cp:lastModifiedBy>
  <cp:revision>3</cp:revision>
  <dcterms:created xsi:type="dcterms:W3CDTF">2025-11-03T06:02:21Z</dcterms:created>
  <dcterms:modified xsi:type="dcterms:W3CDTF">2025-11-03T06:21:28Z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0x01010005EFDECECAE815428E4874546E1D19C3</vt:lpwstr>
  </property>
</Properties>
</file>